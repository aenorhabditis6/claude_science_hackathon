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ShiftScope. You give it two groups of cells and it tells you how they differ, where the difference is, which genes drive it, and what to test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code runs on immune signaling, infection, blood development, and cell types, and gets the right biology each time. Interferon, antimicrobials, an erythroid program. Nothing is hard-coded to one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it is end to end on real data. Control versus interferon. A clear, strong shift, it lands in specific clusters, and the top genes are the known interferon response. Then Claude explains the biology, and every claim points back to a number we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part we think is most useful. On a real T-cell CRISPR screen, we rank hits by how strong they are and how little the gene has been studied. We count papers on PubMed, then Claude gives a keep-or-skip call using that count. Famous genes drop. Strong, under-studied genes rise to the top as things worth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clear about limits. We checked where detection breaks, by cell number and by effect size. And the same ranking recovers a second real screen. The distance math follows the scPerturb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ShiftScope turns 'these look different' into 'test this gene next.' Any two cell populations. It runs in Colab, it is open source. Thanks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914400"/>
            <a:ext cx="2834640" cy="2834640"/>
          </a:xfrm>
          <a:prstGeom prst="ellipse">
            <a:avLst/>
          </a:prstGeom>
          <a:noFill/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0"/>
            <a:ext cx="2834640" cy="2834640"/>
          </a:xfrm>
          <a:prstGeom prst="ellipse">
            <a:avLst/>
          </a:prstGeom>
          <a:noFill/>
          <a:ln w="317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mbria"/>
              </a:rPr>
              <a:t>ShiftScope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alibri"/>
              </a:rPr>
              <a:t>Compare two groups of cells. See what changed, and what to test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Built with Claude: Life Sciences   · 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2B34"/>
                </a:solidFill>
                <a:latin typeface="Cambria"/>
              </a:rPr>
              <a:t>One tool, many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25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73"/>
                </a:solidFill>
                <a:latin typeface="Calibri"/>
              </a:rPr>
              <a:t>The same code runs across different biology and finds the right answer each time. Nothing is hard-coded to one disease.</a:t>
            </a:r>
          </a:p>
        </p:txBody>
      </p:sp>
      <p:pic>
        <p:nvPicPr>
          <p:cNvPr id="4" name="Picture 3" descr="fig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057400"/>
            <a:ext cx="9692640" cy="458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2B34"/>
                </a:solidFill>
                <a:latin typeface="Cambria"/>
              </a:rPr>
              <a:t>One example, start to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43891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Control vs interferon, in monocytes.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A clear shift: E-distance 216, p = 0.001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It lands in specific clusters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Top genes are the known interferon response (ISG15, MX1, OAS1)</a:t>
            </a:r>
          </a:p>
          <a:p>
            <a:pPr algn="l"/>
            <a:r>
              <a:rPr sz="1600" b="0">
                <a:solidFill>
                  <a:srgbClr val="1A2B34"/>
                </a:solidFill>
                <a:latin typeface="Calibri"/>
              </a:rPr>
              <a:t>•  Then Claude explains it, and every claim points to a number we computed</a:t>
            </a:r>
          </a:p>
        </p:txBody>
      </p:sp>
      <p:pic>
        <p:nvPicPr>
          <p:cNvPr id="4" name="Picture 3" descr="fig_kang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31720"/>
            <a:ext cx="6675120" cy="2791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2B34"/>
                </a:solidFill>
                <a:latin typeface="Cambria"/>
              </a:rPr>
              <a:t>The useful part: what to test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035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On a real T-cell CRISPR screen (Marson lab):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Rank hits by how strong they are and how little they've been studied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Novelty comes from a live PubMed paper count, not a guess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Claude gives a keep-or-skip call using that real count</a:t>
            </a:r>
          </a:p>
          <a:p>
            <a:pPr algn="l"/>
            <a:r>
              <a:rPr sz="1600" b="0">
                <a:solidFill>
                  <a:srgbClr val="1A2B34"/>
                </a:solidFill>
                <a:latin typeface="Calibri"/>
              </a:rPr>
              <a:t>•  Famous genes (VAV1, CD45) drop. Strong, under-studied genes rise to the top.</a:t>
            </a:r>
          </a:p>
        </p:txBody>
      </p:sp>
      <p:pic>
        <p:nvPicPr>
          <p:cNvPr id="4" name="Picture 3" descr="fig_priori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14884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2B34"/>
                </a:solidFill>
                <a:latin typeface="Cambria"/>
              </a:rPr>
              <a:t>Does it hold up?</a:t>
            </a:r>
          </a:p>
        </p:txBody>
      </p:sp>
      <p:pic>
        <p:nvPicPr>
          <p:cNvPr id="3" name="Picture 2" descr="fig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669280" cy="3968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201168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We checked where it stops working.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Tested detection by cell number and by effect size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Needs about 100 cells per group for a subtle shift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B34"/>
                </a:solidFill>
                <a:latin typeface="Calibri"/>
              </a:rPr>
              <a:t>•  The same ranking recovers a second real screen (Shifrut)</a:t>
            </a:r>
          </a:p>
          <a:p>
            <a:pPr algn="l"/>
            <a:r>
              <a:rPr sz="1600" b="0">
                <a:solidFill>
                  <a:srgbClr val="1A2B34"/>
                </a:solidFill>
                <a:latin typeface="Calibri"/>
              </a:rPr>
              <a:t>•  Math matches the field standard (scPerturb E-distance)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4343400"/>
            <a:ext cx="2103120" cy="2103120"/>
          </a:xfrm>
          <a:prstGeom prst="ellipse">
            <a:avLst/>
          </a:prstGeom>
          <a:noFill/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19" y="4343400"/>
            <a:ext cx="2103120" cy="2103120"/>
          </a:xfrm>
          <a:prstGeom prst="ellipse">
            <a:avLst/>
          </a:prstGeom>
          <a:noFill/>
          <a:ln w="317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Turn “these look different” into “test this gene next.”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2C39A"/>
                </a:solidFill>
                <a:latin typeface="Calibri"/>
              </a:rPr>
              <a:t>Any two cell populations. Runs in Colab. Open source (MIT).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ADCFC"/>
                </a:solidFill>
                <a:latin typeface="Calibri"/>
              </a:rPr>
              <a:t>github.com/aenorhabditis6/claude_science_hackathon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